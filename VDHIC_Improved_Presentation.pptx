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8A"/>
            </a:gs>
            <a:gs pos="100000">
              <a:srgbClr val="3B82F6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Value-Based Digital Health</a:t>
            </a:r>
          </a:p>
          <a:p>
            <a:r>
              <a:t>Innovation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VDHIC Instruction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From Problem to Impact: Navigating Indonesia's Digital Health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Featuring the Quintuple Aim Framework | Australia Awards Fellowship 2025 • Monash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5486400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VDHIC?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11680"/>
            <a:ext cx="3108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The Value-Based Digital Health Innovation Canvas transforms Indonesia's Digital Health Transformation Toolkit into a practical, actionable tool for innovators.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Structured framework for digital health innovation in Indonesia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Embed governance considerations from the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Facilitate multi-stakeholder dialogue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43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Bridge design to implementation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08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Support regulatory sandbox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74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→ Align with Quintuple Aim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Canvas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Four integrated layers forming a comprehensive innovation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11887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Governance 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Four governance blocks forming the comprehensive compliance framework ensuring safety and regulatory adherence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91440" cy="118872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463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63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Main Canvas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7373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Nine blocks organized in three phases: Discover → Design → Deliver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91440" cy="1188720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Value Anchor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Five Quintuple Aim outcome indicators measuring comprehensive value creation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2004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200400"/>
            <a:ext cx="91440" cy="118872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291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Innovation Phases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56616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Systematic progression from problem identification through solution design to market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Innovation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19456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Health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User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Stakeholder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2194560" cy="64008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Understanding the problem space before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19456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Solution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SATUSEHAT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389120"/>
            <a:ext cx="2194560" cy="64008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480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Translating insights into concrete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371600"/>
            <a:ext cx="219456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468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Evidence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Scale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926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Business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4389120"/>
            <a:ext cx="2194560" cy="64008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4480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Validation, scaling, and sustainability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Quintuple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Every innovation must demonstrate clear alignment with these five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97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Population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7"/>
                </a:solidFill>
              </a:defRPr>
            </a:pPr>
            <a:r>
              <a:t>Clinical outcomes at population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5376" y="1371600"/>
            <a:ext cx="1097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Patient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095" y="246888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7"/>
                </a:solidFill>
              </a:defRPr>
            </a:pPr>
            <a:r>
              <a:t>Satisfaction &amp; 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371600"/>
            <a:ext cx="1097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👨‍⚕️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Provider Satisfaction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46888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7"/>
                </a:solidFill>
              </a:defRPr>
            </a:pPr>
            <a:r>
              <a:t>Clinician workflow 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1371600"/>
            <a:ext cx="1097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Cost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46888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7"/>
                </a:solidFill>
              </a:defRPr>
            </a:pPr>
            <a:r>
              <a:t>Efficiency gains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371600"/>
            <a:ext cx="10972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20116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Health Equity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1304" y="246888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7"/>
                </a:solidFill>
              </a:defRPr>
            </a:pPr>
            <a:r>
              <a:t>Reduce healthcare disparities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